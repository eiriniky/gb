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FC3057E-6DAF-1868-732B-7DBB872D3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D536E823-4B40-9B40-5EE6-0F59B30BA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8F37C7E6-C277-D975-E642-E62E56291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961E0-7702-4F8E-BC6A-EEFCB6541369}" type="datetimeFigureOut">
              <a:rPr lang="el-GR" smtClean="0"/>
              <a:t>24/12/2024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634A0F46-6B44-37C3-E2F3-DEFED858B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383F0515-EB4A-1CB5-14CF-DA24273BC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5C8B3-607D-492F-A114-DBE7856E4B3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68615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CA3508C-9B1D-FAD4-70D7-E3F012C53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4D644154-6CB3-AB97-98FB-E5C24FF5E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79D2B937-8C12-B843-F5A3-DBD9EFE57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961E0-7702-4F8E-BC6A-EEFCB6541369}" type="datetimeFigureOut">
              <a:rPr lang="el-GR" smtClean="0"/>
              <a:t>24/12/2024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8BABAD32-E8C1-9D6A-616C-910E93D50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3BFE6603-32D8-0009-5B7F-FB0FCA4F0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5C8B3-607D-492F-A114-DBE7856E4B3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54675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2EF8034-4C0E-3EF4-B386-207918EDF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A11F536D-08EC-3492-0F6D-1BCE09612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47E7EFAA-984A-B4C2-DD4F-757CA2D55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961E0-7702-4F8E-BC6A-EEFCB6541369}" type="datetimeFigureOut">
              <a:rPr lang="el-GR" smtClean="0"/>
              <a:t>24/12/2024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22C651D5-356D-4F16-887B-561E33956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6CBA20F-9AF4-8D09-8306-279DE47D1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5C8B3-607D-492F-A114-DBE7856E4B3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1911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C179CC0-BEBF-9BBB-5DE5-20A1A8B7F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B5BB5EC2-FD89-B2BF-6622-4AD6AE6C50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AF12B4DC-69CD-6479-60A0-70333F9DA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D33A2C7B-BD92-CD66-447C-8CA7E43E2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961E0-7702-4F8E-BC6A-EEFCB6541369}" type="datetimeFigureOut">
              <a:rPr lang="el-GR" smtClean="0"/>
              <a:t>24/12/2024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F6678D01-65D3-AB56-1ED4-CF30BC4DD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3C3E2723-A7FF-330A-F7ED-68A769D3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5C8B3-607D-492F-A114-DBE7856E4B3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148895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B707FC0-6816-16F0-5416-1B5485DD7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53D7E08F-DD52-7938-237D-AE75B9197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D14649EE-ED4C-EE83-B5B8-985F8BFB66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29821EFE-BFC5-8B33-B92F-72084C5150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DDB93F23-E21F-7F6B-8E8C-99C69B9C0C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AAE34212-05D3-0E8B-D48B-C30AAAE30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961E0-7702-4F8E-BC6A-EEFCB6541369}" type="datetimeFigureOut">
              <a:rPr lang="el-GR" smtClean="0"/>
              <a:t>24/12/2024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556F110C-ADFC-093B-20F2-985B954B9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1C5C659F-7D02-4403-8732-AC1F32167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5C8B3-607D-492F-A114-DBE7856E4B3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9687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39CFE0C-C6ED-4E81-E5D0-A7E404E4B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8517ECF2-0F2A-B030-3EA6-B94B89A4F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961E0-7702-4F8E-BC6A-EEFCB6541369}" type="datetimeFigureOut">
              <a:rPr lang="el-GR" smtClean="0"/>
              <a:t>24/12/2024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7CF88196-9177-FA55-462F-D036A0FF7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126E6EBD-AE73-CA14-8A56-F85F1112C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5C8B3-607D-492F-A114-DBE7856E4B3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04828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F9B9FDEB-D2CB-CEC1-1B60-6E0E57A0D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961E0-7702-4F8E-BC6A-EEFCB6541369}" type="datetimeFigureOut">
              <a:rPr lang="el-GR" smtClean="0"/>
              <a:t>24/12/2024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95594941-B5FF-8FF5-5085-EF5DCCF8A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3DEBF65-9202-7F4C-86AC-35399B71A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5C8B3-607D-492F-A114-DBE7856E4B3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62910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B3E6A58-2201-5DA3-E4DD-DF2CDA455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859DFEF-BD2D-32C5-CBBC-CD6E08216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173C848E-168D-A1FF-F9E2-782B44102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F98CD3F1-203B-480C-1F82-1992425E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961E0-7702-4F8E-BC6A-EEFCB6541369}" type="datetimeFigureOut">
              <a:rPr lang="el-GR" smtClean="0"/>
              <a:t>24/12/2024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CCC7AA19-7E55-BDD5-9A45-3CF3495BB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1EAE9CDD-9491-ACFD-7583-703EC6251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5C8B3-607D-492F-A114-DBE7856E4B3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44944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99CF9AA-B069-F373-E4F9-EEC8F79C7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99DC434B-E2F0-CAE3-3129-F3A73C304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AF8BFAF7-5880-11D4-7F12-B9DA726CE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1E1E7A3D-8AAA-3909-016E-DF063F6E9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961E0-7702-4F8E-BC6A-EEFCB6541369}" type="datetimeFigureOut">
              <a:rPr lang="el-GR" smtClean="0"/>
              <a:t>24/12/2024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14E3E146-403A-F860-909D-CE6F8FC26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04D7995E-C7D9-1A2E-372E-22BCA95F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5C8B3-607D-492F-A114-DBE7856E4B3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81469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1FF5BC1-3489-C529-96EB-62FD54C53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4F274A58-0FF6-E60A-2AEC-A0775F674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D311944E-84FE-ACD3-B146-E9E4A2B08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961E0-7702-4F8E-BC6A-EEFCB6541369}" type="datetimeFigureOut">
              <a:rPr lang="el-GR" smtClean="0"/>
              <a:t>24/12/2024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881D98B-773D-95CA-B20B-41D295E17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6D5A36EA-3AAA-7856-FA39-30BD71F73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5C8B3-607D-492F-A114-DBE7856E4B3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71297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D8432B52-8515-62DA-A506-64DA58857F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F1A5EA0E-E955-D5CF-B2C3-2E25900FA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A4CA763C-1D21-FD6E-4ED7-088623D31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961E0-7702-4F8E-BC6A-EEFCB6541369}" type="datetimeFigureOut">
              <a:rPr lang="el-GR" smtClean="0"/>
              <a:t>24/12/2024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416B54A-B59A-C50E-45D2-6D0975C5E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A01063DB-B2E2-1E60-8878-4B838162C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5C8B3-607D-492F-A114-DBE7856E4B3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29810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C81D3FF4-7134-D1CF-306A-CA0E24455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5C61E438-A4CA-58A6-85ED-BA3BFDE3C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87687DBA-7429-E255-2CD5-CE25D7132F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6961E0-7702-4F8E-BC6A-EEFCB6541369}" type="datetimeFigureOut">
              <a:rPr lang="el-GR" smtClean="0"/>
              <a:t>24/12/2024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639EB97E-3CB9-A386-739C-41586A7B5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8607BDC1-89F1-0AD1-F85F-D1341CEFC1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15C8B3-607D-492F-A114-DBE7856E4B3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55168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3C372D9-A71F-05F8-0D48-27EE19D71B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8800" dirty="0">
                <a:solidFill>
                  <a:schemeClr val="bg1"/>
                </a:solidFill>
              </a:rPr>
              <a:t>2025</a:t>
            </a:r>
            <a:endParaRPr lang="el-GR" sz="8800" dirty="0">
              <a:solidFill>
                <a:schemeClr val="bg1"/>
              </a:solidFill>
            </a:endParaRP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68F04266-481D-B219-D2E5-F0022E02E6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NEW YEAR NEW ME</a:t>
            </a:r>
            <a:endParaRPr lang="el-GR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580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38E0CD9-6C49-7EE3-92F5-283C88BBA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Healthy body</a:t>
            </a:r>
            <a:endParaRPr lang="el-GR" dirty="0">
              <a:solidFill>
                <a:schemeClr val="bg1"/>
              </a:solidFill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956D8EF8-F369-EBF0-FEFC-986FEDE02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Workout at least three times a week</a:t>
            </a:r>
          </a:p>
          <a:p>
            <a:r>
              <a:rPr lang="en-US" dirty="0">
                <a:solidFill>
                  <a:schemeClr val="bg1"/>
                </a:solidFill>
              </a:rPr>
              <a:t>Do Pilates</a:t>
            </a:r>
          </a:p>
          <a:p>
            <a:r>
              <a:rPr lang="en-US" dirty="0">
                <a:solidFill>
                  <a:schemeClr val="bg1"/>
                </a:solidFill>
              </a:rPr>
              <a:t>Drink 2 liters of water daily</a:t>
            </a:r>
          </a:p>
          <a:p>
            <a:r>
              <a:rPr lang="en-US" dirty="0">
                <a:solidFill>
                  <a:schemeClr val="bg1"/>
                </a:solidFill>
              </a:rPr>
              <a:t>Drink lemon water every day </a:t>
            </a:r>
          </a:p>
          <a:p>
            <a:r>
              <a:rPr lang="en-US" dirty="0">
                <a:solidFill>
                  <a:schemeClr val="bg1"/>
                </a:solidFill>
              </a:rPr>
              <a:t>Eat healthy </a:t>
            </a:r>
          </a:p>
          <a:p>
            <a:r>
              <a:rPr lang="en-US" dirty="0">
                <a:solidFill>
                  <a:schemeClr val="bg1"/>
                </a:solidFill>
              </a:rPr>
              <a:t>Exfoliate 2 times a week</a:t>
            </a:r>
          </a:p>
          <a:p>
            <a:r>
              <a:rPr lang="en-US" dirty="0">
                <a:solidFill>
                  <a:schemeClr val="bg1"/>
                </a:solidFill>
              </a:rPr>
              <a:t>Have a shower every night before bed</a:t>
            </a:r>
          </a:p>
          <a:p>
            <a:r>
              <a:rPr lang="en-US" dirty="0">
                <a:solidFill>
                  <a:schemeClr val="bg1"/>
                </a:solidFill>
              </a:rPr>
              <a:t>Get at least 8 hours of sleep every day</a:t>
            </a:r>
          </a:p>
          <a:p>
            <a:r>
              <a:rPr lang="en-US" dirty="0">
                <a:solidFill>
                  <a:schemeClr val="bg1"/>
                </a:solidFill>
              </a:rPr>
              <a:t>Moisturize every day </a:t>
            </a:r>
          </a:p>
          <a:p>
            <a:r>
              <a:rPr lang="en-US" dirty="0">
                <a:solidFill>
                  <a:schemeClr val="bg1"/>
                </a:solidFill>
              </a:rPr>
              <a:t>WAX</a:t>
            </a:r>
          </a:p>
        </p:txBody>
      </p:sp>
      <p:pic>
        <p:nvPicPr>
          <p:cNvPr id="5" name="Εικόνα 4" descr="Εικόνα που περιέχει κείμενο, γυναίκα, ρουχισμός, άτομο&#10;&#10;Περιγραφή που δημιουργήθηκε αυτόματα">
            <a:extLst>
              <a:ext uri="{FF2B5EF4-FFF2-40B4-BE49-F238E27FC236}">
                <a16:creationId xmlns:a16="http://schemas.microsoft.com/office/drawing/2014/main" id="{65CD333F-1EFF-B4A6-24B1-8E1E9D93C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7862" y="1477282"/>
            <a:ext cx="2819719" cy="452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18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4D9CF0F-F8FB-3997-36F3-400FE89C5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Education</a:t>
            </a:r>
            <a:r>
              <a:rPr lang="en-GB" dirty="0"/>
              <a:t> </a:t>
            </a:r>
            <a:endParaRPr lang="el-GR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30335078-0D0E-48C1-DAA4-3442966B0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Read books about geography, history, economics, phycology etc.</a:t>
            </a:r>
          </a:p>
          <a:p>
            <a:r>
              <a:rPr lang="en-US" dirty="0">
                <a:solidFill>
                  <a:schemeClr val="bg1"/>
                </a:solidFill>
              </a:rPr>
              <a:t>Study every day for college at least an hour</a:t>
            </a:r>
          </a:p>
          <a:p>
            <a:r>
              <a:rPr lang="en-US" dirty="0">
                <a:solidFill>
                  <a:schemeClr val="bg1"/>
                </a:solidFill>
              </a:rPr>
              <a:t>Reconnect with English </a:t>
            </a:r>
          </a:p>
          <a:p>
            <a:r>
              <a:rPr lang="en-US" dirty="0">
                <a:solidFill>
                  <a:schemeClr val="bg1"/>
                </a:solidFill>
              </a:rPr>
              <a:t>Do homework </a:t>
            </a:r>
          </a:p>
          <a:p>
            <a:r>
              <a:rPr lang="en-US" dirty="0">
                <a:solidFill>
                  <a:schemeClr val="bg1"/>
                </a:solidFill>
              </a:rPr>
              <a:t>Read some classic literature </a:t>
            </a:r>
          </a:p>
          <a:p>
            <a:endParaRPr lang="el-GR" dirty="0"/>
          </a:p>
        </p:txBody>
      </p:sp>
      <p:pic>
        <p:nvPicPr>
          <p:cNvPr id="5" name="Εικόνα 4" descr="Εικόνα που περιέχει κείμενο, βιβλίο, ρολόι, είδη γραφείου&#10;&#10;Περιγραφή που δημιουργήθηκε αυτόματα">
            <a:extLst>
              <a:ext uri="{FF2B5EF4-FFF2-40B4-BE49-F238E27FC236}">
                <a16:creationId xmlns:a16="http://schemas.microsoft.com/office/drawing/2014/main" id="{D87F3358-D698-4D67-4FD7-94FBBC8C8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8136" y="2460171"/>
            <a:ext cx="3151414" cy="420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243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C7B0BC3-066B-BF7A-0172-161D99600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Healthy Mind</a:t>
            </a:r>
            <a:endParaRPr lang="el-GR" dirty="0">
              <a:solidFill>
                <a:schemeClr val="bg1"/>
              </a:solidFill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33C851F3-8BBF-90D4-AFF4-A02D6AB07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Listen to motivating podcasts</a:t>
            </a:r>
          </a:p>
          <a:p>
            <a:r>
              <a:rPr lang="en-US" dirty="0">
                <a:solidFill>
                  <a:schemeClr val="bg1"/>
                </a:solidFill>
              </a:rPr>
              <a:t>Journal every night </a:t>
            </a:r>
          </a:p>
          <a:p>
            <a:r>
              <a:rPr lang="en-US" dirty="0">
                <a:solidFill>
                  <a:schemeClr val="bg1"/>
                </a:solidFill>
              </a:rPr>
              <a:t>Read self improvement books</a:t>
            </a:r>
          </a:p>
          <a:p>
            <a:r>
              <a:rPr lang="en-US" dirty="0">
                <a:solidFill>
                  <a:schemeClr val="bg1"/>
                </a:solidFill>
              </a:rPr>
              <a:t>Spend less time on my phone </a:t>
            </a:r>
          </a:p>
          <a:p>
            <a:r>
              <a:rPr lang="en-US" dirty="0">
                <a:solidFill>
                  <a:schemeClr val="bg1"/>
                </a:solidFill>
              </a:rPr>
              <a:t>Meditate</a:t>
            </a:r>
          </a:p>
          <a:p>
            <a:r>
              <a:rPr lang="en-US" dirty="0">
                <a:solidFill>
                  <a:schemeClr val="bg1"/>
                </a:solidFill>
              </a:rPr>
              <a:t>Step out of my comfort zone </a:t>
            </a:r>
          </a:p>
          <a:p>
            <a:r>
              <a:rPr lang="en-US" dirty="0">
                <a:solidFill>
                  <a:schemeClr val="bg1"/>
                </a:solidFill>
              </a:rPr>
              <a:t>Sing daily </a:t>
            </a:r>
          </a:p>
          <a:p>
            <a:r>
              <a:rPr lang="en-GB" dirty="0">
                <a:solidFill>
                  <a:schemeClr val="bg1"/>
                </a:solidFill>
              </a:rPr>
              <a:t>Do self criticism</a:t>
            </a:r>
          </a:p>
          <a:p>
            <a:endParaRPr lang="el-GR" dirty="0"/>
          </a:p>
        </p:txBody>
      </p:sp>
      <p:pic>
        <p:nvPicPr>
          <p:cNvPr id="5" name="Εικόνα 4" descr="Εικόνα που περιέχει κείμενο, βιβλίο, άτομο, εσωτερικός χώρος&#10;&#10;Περιγραφή που δημιουργήθηκε αυτόματα">
            <a:extLst>
              <a:ext uri="{FF2B5EF4-FFF2-40B4-BE49-F238E27FC236}">
                <a16:creationId xmlns:a16="http://schemas.microsoft.com/office/drawing/2014/main" id="{DAE0507E-363A-5F06-0DB0-FB24ADFC8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81" y="1366951"/>
            <a:ext cx="3952857" cy="526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13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04AB2AA-6735-3315-A4DA-E72D130BC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Take care of myself </a:t>
            </a:r>
            <a:endParaRPr lang="el-GR" dirty="0">
              <a:solidFill>
                <a:schemeClr val="bg1"/>
              </a:solidFill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8A98292-859F-DC50-F82A-48F15CC96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Have a reset day </a:t>
            </a:r>
          </a:p>
          <a:p>
            <a:r>
              <a:rPr lang="en-GB" dirty="0">
                <a:solidFill>
                  <a:schemeClr val="bg1"/>
                </a:solidFill>
              </a:rPr>
              <a:t>Spend time with my self </a:t>
            </a:r>
          </a:p>
          <a:p>
            <a:r>
              <a:rPr lang="en-GB" dirty="0">
                <a:solidFill>
                  <a:schemeClr val="bg1"/>
                </a:solidFill>
              </a:rPr>
              <a:t>Put my needs first </a:t>
            </a:r>
          </a:p>
          <a:p>
            <a:r>
              <a:rPr lang="en-GB" dirty="0">
                <a:solidFill>
                  <a:schemeClr val="bg1"/>
                </a:solidFill>
              </a:rPr>
              <a:t>Discipline so my goals can come true</a:t>
            </a:r>
          </a:p>
          <a:p>
            <a:endParaRPr lang="el-GR" dirty="0"/>
          </a:p>
        </p:txBody>
      </p:sp>
      <p:pic>
        <p:nvPicPr>
          <p:cNvPr id="5" name="Εικόνα 4" descr="Εικόνα που περιέχει ζωγραφιά, ρουχισμός, φιλί, τέχνη&#10;&#10;Περιγραφή που δημιουργήθηκε αυτόματα">
            <a:extLst>
              <a:ext uri="{FF2B5EF4-FFF2-40B4-BE49-F238E27FC236}">
                <a16:creationId xmlns:a16="http://schemas.microsoft.com/office/drawing/2014/main" id="{FC3B54AB-1633-E9DC-C47A-D33DFA61B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915" y="1690688"/>
            <a:ext cx="348107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996653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140</Words>
  <Application>Microsoft Office PowerPoint</Application>
  <PresentationFormat>Ευρεία οθόνη</PresentationFormat>
  <Paragraphs>33</Paragraphs>
  <Slides>5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Θέμα του Office</vt:lpstr>
      <vt:lpstr>2025</vt:lpstr>
      <vt:lpstr>Healthy body</vt:lpstr>
      <vt:lpstr>Education </vt:lpstr>
      <vt:lpstr>Healthy Mind</vt:lpstr>
      <vt:lpstr>Take care of myself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EIRINI KYRKA</dc:creator>
  <cp:lastModifiedBy>EIRINI KYRKA</cp:lastModifiedBy>
  <cp:revision>1</cp:revision>
  <dcterms:created xsi:type="dcterms:W3CDTF">2024-12-24T15:20:53Z</dcterms:created>
  <dcterms:modified xsi:type="dcterms:W3CDTF">2024-12-24T15:53:58Z</dcterms:modified>
</cp:coreProperties>
</file>