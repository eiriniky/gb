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3300"/>
    <a:srgbClr val="CC9900"/>
    <a:srgbClr val="27E1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457" autoAdjust="0"/>
  </p:normalViewPr>
  <p:slideViewPr>
    <p:cSldViewPr snapToGrid="0">
      <p:cViewPr>
        <p:scale>
          <a:sx n="50" d="100"/>
          <a:sy n="50" d="100"/>
        </p:scale>
        <p:origin x="1284" y="2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l-GR"/>
              <a:t>Κάντε κλικ για να επεξεργαστείτε τον υπότιτλο του υποδείγματος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1A142-DA77-4A5F-AD1F-14E6C18F0F5F}" type="datetime1">
              <a:rPr lang="en-US" smtClean="0"/>
              <a:t>12/16/2024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48466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1A142-DA77-4A5F-AD1F-14E6C18F0F5F}" type="datetime1">
              <a:rPr lang="en-US" smtClean="0"/>
              <a:t>12/16/2024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34338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1A142-DA77-4A5F-AD1F-14E6C18F0F5F}" type="datetime1">
              <a:rPr lang="en-US" smtClean="0"/>
              <a:t>12/16/2024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46418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1A142-DA77-4A5F-AD1F-14E6C18F0F5F}" type="datetime1">
              <a:rPr lang="en-US" smtClean="0"/>
              <a:t>12/16/2024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22797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1A142-DA77-4A5F-AD1F-14E6C18F0F5F}" type="datetime1">
              <a:rPr lang="en-US" smtClean="0"/>
              <a:t>12/16/2024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70331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1A142-DA77-4A5F-AD1F-14E6C18F0F5F}" type="datetime1">
              <a:rPr lang="en-US" smtClean="0"/>
              <a:t>12/16/2024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21236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1A142-DA77-4A5F-AD1F-14E6C18F0F5F}" type="datetime1">
              <a:rPr lang="en-US" smtClean="0"/>
              <a:t>12/16/2024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63245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1A142-DA77-4A5F-AD1F-14E6C18F0F5F}" type="datetime1">
              <a:rPr lang="en-US" smtClean="0"/>
              <a:t>12/16/2024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99922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l-GR"/>
              <a:t>Κάντε κλικ στο εικονίδιο για να προσθέσετε εικόνα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1A142-DA77-4A5F-AD1F-14E6C18F0F5F}" type="datetime1">
              <a:rPr lang="en-US" smtClean="0"/>
              <a:t>12/16/2024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36954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1A142-DA77-4A5F-AD1F-14E6C18F0F5F}" type="datetime1">
              <a:rPr lang="en-US" smtClean="0"/>
              <a:t>12/16/2024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68867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1A142-DA77-4A5F-AD1F-14E6C18F0F5F}" type="datetime1">
              <a:rPr lang="en-US" smtClean="0"/>
              <a:t>12/16/2024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4497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81A142-DA77-4A5F-AD1F-14E6C18F0F5F}" type="datetime1">
              <a:rPr lang="en-US" smtClean="0"/>
              <a:t>12/16/2024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646F3F-274D-499B-ABBE-824EB4ABDC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222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7" r:id="rId1"/>
    <p:sldLayoutId id="2147483838" r:id="rId2"/>
    <p:sldLayoutId id="2147483839" r:id="rId3"/>
    <p:sldLayoutId id="2147483840" r:id="rId4"/>
    <p:sldLayoutId id="2147483841" r:id="rId5"/>
    <p:sldLayoutId id="2147483842" r:id="rId6"/>
    <p:sldLayoutId id="2147483843" r:id="rId7"/>
    <p:sldLayoutId id="2147483844" r:id="rId8"/>
    <p:sldLayoutId id="2147483845" r:id="rId9"/>
    <p:sldLayoutId id="2147483846" r:id="rId10"/>
    <p:sldLayoutId id="214748384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image" Target="../media/image3.jpg"/><Relationship Id="rId7" Type="http://schemas.openxmlformats.org/officeDocument/2006/relationships/image" Target="../media/image7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11" Type="http://schemas.openxmlformats.org/officeDocument/2006/relationships/image" Target="../media/image11.jpg"/><Relationship Id="rId5" Type="http://schemas.openxmlformats.org/officeDocument/2006/relationships/image" Target="../media/image5.jpg"/><Relationship Id="rId10" Type="http://schemas.openxmlformats.org/officeDocument/2006/relationships/image" Target="../media/image10.jpg"/><Relationship Id="rId4" Type="http://schemas.openxmlformats.org/officeDocument/2006/relationships/image" Target="../media/image4.jpg"/><Relationship Id="rId9" Type="http://schemas.openxmlformats.org/officeDocument/2006/relationships/image" Target="../media/image9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jpg"/><Relationship Id="rId5" Type="http://schemas.openxmlformats.org/officeDocument/2006/relationships/image" Target="../media/image22.jpg"/><Relationship Id="rId4" Type="http://schemas.openxmlformats.org/officeDocument/2006/relationships/image" Target="../media/image21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jpg"/><Relationship Id="rId4" Type="http://schemas.openxmlformats.org/officeDocument/2006/relationships/image" Target="../media/image26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3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C7F9FC59-B8B2-F036-5667-DC3B7D4AB8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9833" y="1041400"/>
            <a:ext cx="10212481" cy="2387600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Goals for 2025</a:t>
            </a:r>
            <a:endParaRPr lang="el-GR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" name="Υπότιτλος 2">
            <a:extLst>
              <a:ext uri="{FF2B5EF4-FFF2-40B4-BE49-F238E27FC236}">
                <a16:creationId xmlns:a16="http://schemas.microsoft.com/office/drawing/2014/main" id="{260DB8E0-D92E-B517-42EA-78FE486390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23243" y="6279923"/>
            <a:ext cx="4066445" cy="578077"/>
          </a:xfrm>
        </p:spPr>
        <p:txBody>
          <a:bodyPr>
            <a:normAutofit fontScale="85000" lnSpcReduction="10000"/>
          </a:bodyPr>
          <a:lstStyle/>
          <a:p>
            <a:r>
              <a:rPr lang="el-GR" dirty="0">
                <a:solidFill>
                  <a:schemeClr val="bg1"/>
                </a:solidFill>
              </a:rPr>
              <a:t>Μία παρουσίαση της Ειρήνη Κύρκα </a:t>
            </a:r>
          </a:p>
        </p:txBody>
      </p:sp>
      <p:pic>
        <p:nvPicPr>
          <p:cNvPr id="5" name="Εικόνα 4" descr="Εικόνα που περιέχει κείμενο, βιβλίο, κινητό τηλέφωνο, εσωτερικός χώρος&#10;&#10;Περιγραφή που δημιουργήθηκε αυτόματα">
            <a:extLst>
              <a:ext uri="{FF2B5EF4-FFF2-40B4-BE49-F238E27FC236}">
                <a16:creationId xmlns:a16="http://schemas.microsoft.com/office/drawing/2014/main" id="{D91BA05C-3C97-4147-E240-C426C22E7D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905012"/>
            <a:ext cx="2193877" cy="389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499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3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0133148E-6604-EE13-E3A5-96241DCD2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75338"/>
            <a:ext cx="10515600" cy="1325563"/>
          </a:xfrm>
        </p:spPr>
        <p:txBody>
          <a:bodyPr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New wardrobe</a:t>
            </a:r>
            <a:endParaRPr lang="el-GR" dirty="0">
              <a:solidFill>
                <a:schemeClr val="bg1"/>
              </a:solidFill>
            </a:endParaRPr>
          </a:p>
        </p:txBody>
      </p:sp>
      <p:pic>
        <p:nvPicPr>
          <p:cNvPr id="5" name="Εικόνα 4" descr="Εικόνα που περιέχει άτομο, ρουχισμός, τοίχος, ανθρώπινο πρόσωπο&#10;&#10;Περιγραφή που δημιουργήθηκε αυτόματα">
            <a:extLst>
              <a:ext uri="{FF2B5EF4-FFF2-40B4-BE49-F238E27FC236}">
                <a16:creationId xmlns:a16="http://schemas.microsoft.com/office/drawing/2014/main" id="{967887FA-2243-8407-5824-2E4C8DC7D7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02215"/>
            <a:ext cx="2601798" cy="2955785"/>
          </a:xfrm>
          <a:prstGeom prst="rect">
            <a:avLst/>
          </a:prstGeom>
        </p:spPr>
      </p:pic>
      <p:pic>
        <p:nvPicPr>
          <p:cNvPr id="7" name="Εικόνα 6" descr="Εικόνα που περιέχει ρουχισμός, άτομο, παντελόνι, παντελόνια&#10;&#10;Περιγραφή που δημιουργήθηκε αυτόματα">
            <a:extLst>
              <a:ext uri="{FF2B5EF4-FFF2-40B4-BE49-F238E27FC236}">
                <a16:creationId xmlns:a16="http://schemas.microsoft.com/office/drawing/2014/main" id="{9C12C646-3A52-68F3-16B4-80FBFB8178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5530" y="-22874"/>
            <a:ext cx="2016470" cy="3451874"/>
          </a:xfrm>
          <a:prstGeom prst="rect">
            <a:avLst/>
          </a:prstGeom>
        </p:spPr>
      </p:pic>
      <p:pic>
        <p:nvPicPr>
          <p:cNvPr id="9" name="Εικόνα 8" descr="Εικόνα που περιέχει άτομο, τοίχος, παντελόνια, εσωτερικός χώρος&#10;&#10;Περιγραφή που δημιουργήθηκε αυτόματα">
            <a:extLst>
              <a:ext uri="{FF2B5EF4-FFF2-40B4-BE49-F238E27FC236}">
                <a16:creationId xmlns:a16="http://schemas.microsoft.com/office/drawing/2014/main" id="{628E1F5B-1952-CC0A-0533-53547A66FB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084978" cy="3701143"/>
          </a:xfrm>
          <a:prstGeom prst="rect">
            <a:avLst/>
          </a:prstGeom>
        </p:spPr>
      </p:pic>
      <p:pic>
        <p:nvPicPr>
          <p:cNvPr id="11" name="Εικόνα 10" descr="Εικόνα που περιέχει ρουχισμός, άτομο, εσωτερικός χώρος, τοίχος&#10;&#10;Περιγραφή που δημιουργήθηκε αυτόματα">
            <a:extLst>
              <a:ext uri="{FF2B5EF4-FFF2-40B4-BE49-F238E27FC236}">
                <a16:creationId xmlns:a16="http://schemas.microsoft.com/office/drawing/2014/main" id="{30DDF28D-A81E-D140-0847-7866B91606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1550" y="3352619"/>
            <a:ext cx="1959048" cy="3481570"/>
          </a:xfrm>
          <a:prstGeom prst="rect">
            <a:avLst/>
          </a:prstGeom>
        </p:spPr>
      </p:pic>
      <p:pic>
        <p:nvPicPr>
          <p:cNvPr id="13" name="Εικόνα 12" descr="Εικόνα που περιέχει ρουχισμός, άτομο, παπούτσια, τοίχος&#10;&#10;Περιγραφή που δημιουργήθηκε αυτόματα">
            <a:extLst>
              <a:ext uri="{FF2B5EF4-FFF2-40B4-BE49-F238E27FC236}">
                <a16:creationId xmlns:a16="http://schemas.microsoft.com/office/drawing/2014/main" id="{818E554B-01AB-4397-7FFE-1A5C36A1AF5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4978" y="-23812"/>
            <a:ext cx="1929468" cy="3429000"/>
          </a:xfrm>
          <a:prstGeom prst="rect">
            <a:avLst/>
          </a:prstGeom>
        </p:spPr>
      </p:pic>
      <p:pic>
        <p:nvPicPr>
          <p:cNvPr id="4" name="Εικόνα 3" descr="Εικόνα που περιέχει άτομο, ρουχισμός, έδαφος, εξωτερικός χώρος/ύπαιθρος&#10;&#10;Περιγραφή που δημιουργήθηκε αυτόματα">
            <a:extLst>
              <a:ext uri="{FF2B5EF4-FFF2-40B4-BE49-F238E27FC236}">
                <a16:creationId xmlns:a16="http://schemas.microsoft.com/office/drawing/2014/main" id="{D0C1F401-45C6-813B-DA0D-EDADEF7B12A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6462" y="3407789"/>
            <a:ext cx="2601798" cy="3471421"/>
          </a:xfrm>
          <a:prstGeom prst="rect">
            <a:avLst/>
          </a:prstGeom>
        </p:spPr>
      </p:pic>
      <p:pic>
        <p:nvPicPr>
          <p:cNvPr id="8" name="Εικόνα 7" descr="Εικόνα που περιέχει τοίχος, εσωτερικός χώρος, ρουχισμός, άτομο&#10;&#10;Περιγραφή που δημιουργήθηκε αυτόματα">
            <a:extLst>
              <a:ext uri="{FF2B5EF4-FFF2-40B4-BE49-F238E27FC236}">
                <a16:creationId xmlns:a16="http://schemas.microsoft.com/office/drawing/2014/main" id="{3261EADC-629B-E3FF-74C9-A8DE5AD352F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4608" y="3352619"/>
            <a:ext cx="1958383" cy="3481569"/>
          </a:xfrm>
          <a:prstGeom prst="rect">
            <a:avLst/>
          </a:prstGeom>
        </p:spPr>
      </p:pic>
      <p:pic>
        <p:nvPicPr>
          <p:cNvPr id="6" name="Εικόνα 5" descr="Εικόνα που περιέχει ρουχισμός, μόδα, χαλαρό ντύσιμο, τσέπη&#10;&#10;Περιγραφή που δημιουργήθηκε αυτόματα">
            <a:extLst>
              <a:ext uri="{FF2B5EF4-FFF2-40B4-BE49-F238E27FC236}">
                <a16:creationId xmlns:a16="http://schemas.microsoft.com/office/drawing/2014/main" id="{B4CE8BF9-7E76-DABA-0C81-1F02CCBF585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4953" y="3405188"/>
            <a:ext cx="1942867" cy="3452812"/>
          </a:xfrm>
          <a:prstGeom prst="rect">
            <a:avLst/>
          </a:prstGeom>
        </p:spPr>
      </p:pic>
      <p:pic>
        <p:nvPicPr>
          <p:cNvPr id="12" name="Εικόνα 11" descr="Εικόνα που περιέχει ρουχισμός, τσάντα χειρός, χαλαρό ντύσιμο, αξεσουάρ μόδας&#10;&#10;Περιγραφή που δημιουργήθηκε αυτόματα">
            <a:extLst>
              <a:ext uri="{FF2B5EF4-FFF2-40B4-BE49-F238E27FC236}">
                <a16:creationId xmlns:a16="http://schemas.microsoft.com/office/drawing/2014/main" id="{E90B4B0C-27A8-E808-E898-3E0146A3F85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7820" y="3405188"/>
            <a:ext cx="1929469" cy="3429001"/>
          </a:xfrm>
          <a:prstGeom prst="rect">
            <a:avLst/>
          </a:prstGeom>
        </p:spPr>
      </p:pic>
      <p:pic>
        <p:nvPicPr>
          <p:cNvPr id="15" name="Εικόνα 14" descr="Εικόνα που περιέχει ρουχισμός, άτομο, τζιν παντελόνια, τσάντα χειρός&#10;&#10;Περιγραφή που δημιουργήθηκε αυτόματα">
            <a:extLst>
              <a:ext uri="{FF2B5EF4-FFF2-40B4-BE49-F238E27FC236}">
                <a16:creationId xmlns:a16="http://schemas.microsoft.com/office/drawing/2014/main" id="{46A43E57-4343-7EEA-BD5B-2660ACB5006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1357" y="-23812"/>
            <a:ext cx="2601798" cy="3467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2088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3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066C7E5F-3E0C-017D-283F-5E0B6CAF9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Traveling to new destinations</a:t>
            </a:r>
            <a:endParaRPr lang="el-GR" dirty="0">
              <a:solidFill>
                <a:schemeClr val="bg1"/>
              </a:solidFill>
            </a:endParaRPr>
          </a:p>
        </p:txBody>
      </p:sp>
      <p:pic>
        <p:nvPicPr>
          <p:cNvPr id="7" name="Εικόνα 6" descr="Εικόνα που περιέχει πλάνη/αεροπλάνο, σύννεφο, ουρανός, αεροπλάνο&#10;&#10;Περιγραφή που δημιουργήθηκε αυτόματα">
            <a:extLst>
              <a:ext uri="{FF2B5EF4-FFF2-40B4-BE49-F238E27FC236}">
                <a16:creationId xmlns:a16="http://schemas.microsoft.com/office/drawing/2014/main" id="{311C5773-0F41-3AB6-975F-6BA648DE3F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3064" y="0"/>
            <a:ext cx="3858936" cy="6858000"/>
          </a:xfrm>
          <a:prstGeom prst="rect">
            <a:avLst/>
          </a:prstGeom>
        </p:spPr>
      </p:pic>
      <p:sp>
        <p:nvSpPr>
          <p:cNvPr id="8" name="Ορθογώνιο: Στρογγύλεμα γωνιών 7">
            <a:extLst>
              <a:ext uri="{FF2B5EF4-FFF2-40B4-BE49-F238E27FC236}">
                <a16:creationId xmlns:a16="http://schemas.microsoft.com/office/drawing/2014/main" id="{26A22C41-6A3D-FCA6-A64C-956B97D75CAC}"/>
              </a:ext>
            </a:extLst>
          </p:cNvPr>
          <p:cNvSpPr/>
          <p:nvPr/>
        </p:nvSpPr>
        <p:spPr>
          <a:xfrm>
            <a:off x="1055914" y="2667000"/>
            <a:ext cx="6368143" cy="2699656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l-GR" sz="2800" dirty="0"/>
              <a:t>Να επισκεφτώ ένα νησί το καλοκαίρι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l-GR" sz="2800" dirty="0"/>
              <a:t>Να πάω κάπου στο εξωτερικό</a:t>
            </a:r>
          </a:p>
        </p:txBody>
      </p:sp>
    </p:spTree>
    <p:extLst>
      <p:ext uri="{BB962C8B-B14F-4D97-AF65-F5344CB8AC3E}">
        <p14:creationId xmlns:p14="http://schemas.microsoft.com/office/powerpoint/2010/main" val="33169830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3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770E0E0B-A7DC-71E7-4F78-E8DAC0A06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More exercise</a:t>
            </a:r>
            <a:endParaRPr lang="el-GR" dirty="0">
              <a:solidFill>
                <a:schemeClr val="bg1"/>
              </a:solidFill>
            </a:endParaRPr>
          </a:p>
        </p:txBody>
      </p:sp>
      <p:pic>
        <p:nvPicPr>
          <p:cNvPr id="11" name="Εικόνα 10" descr="Εικόνα που περιέχει τοίχος, εσωτερικός χώρος, πάτωμα, Ισορροπία&#10;&#10;Περιγραφή που δημιουργήθηκε αυτόματα">
            <a:extLst>
              <a:ext uri="{FF2B5EF4-FFF2-40B4-BE49-F238E27FC236}">
                <a16:creationId xmlns:a16="http://schemas.microsoft.com/office/drawing/2014/main" id="{FC6B1A95-2799-01B4-F7DB-B08DCDA592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9343" y="1690688"/>
            <a:ext cx="3431177" cy="4288971"/>
          </a:xfrm>
          <a:prstGeom prst="rect">
            <a:avLst/>
          </a:prstGeom>
        </p:spPr>
      </p:pic>
      <p:pic>
        <p:nvPicPr>
          <p:cNvPr id="13" name="Εικόνα 12">
            <a:extLst>
              <a:ext uri="{FF2B5EF4-FFF2-40B4-BE49-F238E27FC236}">
                <a16:creationId xmlns:a16="http://schemas.microsoft.com/office/drawing/2014/main" id="{58345484-C6CA-3BDD-A17A-F734795FDF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1" y="1774370"/>
            <a:ext cx="3701143" cy="3701143"/>
          </a:xfrm>
          <a:prstGeom prst="rect">
            <a:avLst/>
          </a:prstGeom>
        </p:spPr>
      </p:pic>
      <p:pic>
        <p:nvPicPr>
          <p:cNvPr id="15" name="Εικόνα 14" descr="Εικόνα που περιέχει εσωτερικός χώρος, τοίχος, γιόγκα, βάζο&#10;&#10;Περιγραφή που δημιουργήθηκε αυτόματα">
            <a:extLst>
              <a:ext uri="{FF2B5EF4-FFF2-40B4-BE49-F238E27FC236}">
                <a16:creationId xmlns:a16="http://schemas.microsoft.com/office/drawing/2014/main" id="{52C5657C-7FC1-DE20-22DB-DFBD1024DE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8548" y="1496525"/>
            <a:ext cx="2870681" cy="4667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0149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3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0FE1B900-B18F-DBAF-6B2B-4F1709539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More studying </a:t>
            </a:r>
            <a:endParaRPr lang="el-GR" dirty="0">
              <a:solidFill>
                <a:schemeClr val="bg1"/>
              </a:solidFill>
            </a:endParaRPr>
          </a:p>
        </p:txBody>
      </p:sp>
      <p:pic>
        <p:nvPicPr>
          <p:cNvPr id="5" name="Εικόνα 4" descr="Εικόνα που περιέχει εσωτερικός χώρος, βιβλίο, κείμενο, παράθυρο&#10;&#10;Περιγραφή που δημιουργήθηκε αυτόματα">
            <a:extLst>
              <a:ext uri="{FF2B5EF4-FFF2-40B4-BE49-F238E27FC236}">
                <a16:creationId xmlns:a16="http://schemas.microsoft.com/office/drawing/2014/main" id="{C7B37CB3-6B9B-2B15-1D6F-820D13B007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4683" y="2314607"/>
            <a:ext cx="3642633" cy="4543393"/>
          </a:xfrm>
          <a:prstGeom prst="rect">
            <a:avLst/>
          </a:prstGeom>
        </p:spPr>
      </p:pic>
      <p:pic>
        <p:nvPicPr>
          <p:cNvPr id="7" name="Εικόνα 6" descr="Εικόνα που περιέχει εσωτερικός χώρος, άτομο, ρουχισμός, μικροσκόπιο&#10;&#10;Περιγραφή που δημιουργήθηκε αυτόματα">
            <a:extLst>
              <a:ext uri="{FF2B5EF4-FFF2-40B4-BE49-F238E27FC236}">
                <a16:creationId xmlns:a16="http://schemas.microsoft.com/office/drawing/2014/main" id="{6ADACA27-5E8B-E8C2-4929-AB942ABA5D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1"/>
            <a:ext cx="3642632" cy="4856842"/>
          </a:xfrm>
          <a:prstGeom prst="rect">
            <a:avLst/>
          </a:prstGeom>
        </p:spPr>
      </p:pic>
      <p:pic>
        <p:nvPicPr>
          <p:cNvPr id="9" name="Εικόνα 8" descr="Εικόνα που περιέχει κείμενο, είδη γραφείου, εξοπλισμός γραφείου, γραφική ύλη&#10;&#10;Περιγραφή που δημιουργήθηκε αυτόματα">
            <a:extLst>
              <a:ext uri="{FF2B5EF4-FFF2-40B4-BE49-F238E27FC236}">
                <a16:creationId xmlns:a16="http://schemas.microsoft.com/office/drawing/2014/main" id="{8E8651AD-3F68-A7E8-F43C-06FBC3F179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574"/>
            <a:ext cx="3853543" cy="6848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876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3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3D611671-14F5-5F4B-E199-D543D3251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Work on my self </a:t>
            </a:r>
            <a:endParaRPr lang="el-GR" dirty="0">
              <a:solidFill>
                <a:schemeClr val="bg1"/>
              </a:solidFill>
            </a:endParaRPr>
          </a:p>
        </p:txBody>
      </p:sp>
      <p:pic>
        <p:nvPicPr>
          <p:cNvPr id="5" name="Εικόνα 4" descr="Εικόνα που περιέχει κείμενο, γραμματοσειρά, σχεδίαση, τυπογραφία&#10;&#10;Περιγραφή που δημιουργήθηκε αυτόματα">
            <a:extLst>
              <a:ext uri="{FF2B5EF4-FFF2-40B4-BE49-F238E27FC236}">
                <a16:creationId xmlns:a16="http://schemas.microsoft.com/office/drawing/2014/main" id="{06B69763-ED09-0936-1F7E-4AE21C74A8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774" r="-431" b="21321"/>
          <a:stretch/>
        </p:blipFill>
        <p:spPr>
          <a:xfrm>
            <a:off x="0" y="4207822"/>
            <a:ext cx="2539068" cy="2601686"/>
          </a:xfrm>
          <a:prstGeom prst="rect">
            <a:avLst/>
          </a:prstGeom>
        </p:spPr>
      </p:pic>
      <p:pic>
        <p:nvPicPr>
          <p:cNvPr id="7" name="Εικόνα 6" descr="Εικόνα που περιέχει ζωγραφική, κείμενο, τέχνη, ζωγραφιά&#10;&#10;Περιγραφή που δημιουργήθηκε αυτόματα">
            <a:extLst>
              <a:ext uri="{FF2B5EF4-FFF2-40B4-BE49-F238E27FC236}">
                <a16:creationId xmlns:a16="http://schemas.microsoft.com/office/drawing/2014/main" id="{03A1FB3D-8B5C-9559-2D34-44AF654E62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117110" cy="4207822"/>
          </a:xfrm>
          <a:prstGeom prst="rect">
            <a:avLst/>
          </a:prstGeom>
        </p:spPr>
      </p:pic>
      <p:pic>
        <p:nvPicPr>
          <p:cNvPr id="9" name="Εικόνα 8" descr="Εικόνα που περιέχει κείμενο, γραμματοσειρά, γραφιστική, γραφικά&#10;&#10;Περιγραφή που δημιουργήθηκε αυτόματα">
            <a:extLst>
              <a:ext uri="{FF2B5EF4-FFF2-40B4-BE49-F238E27FC236}">
                <a16:creationId xmlns:a16="http://schemas.microsoft.com/office/drawing/2014/main" id="{D943653A-7848-CDEF-B04F-430BE45658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7945" y="3429000"/>
            <a:ext cx="3466733" cy="3429000"/>
          </a:xfrm>
          <a:prstGeom prst="rect">
            <a:avLst/>
          </a:prstGeom>
        </p:spPr>
      </p:pic>
      <p:pic>
        <p:nvPicPr>
          <p:cNvPr id="11" name="Εικόνα 10" descr="Εικόνα που περιέχει κείμενο, γραμματοσειρά, τυπογραφία, σχεδίαση&#10;&#10;Περιγραφή που δημιουργήθηκε αυτόματα">
            <a:extLst>
              <a:ext uri="{FF2B5EF4-FFF2-40B4-BE49-F238E27FC236}">
                <a16:creationId xmlns:a16="http://schemas.microsoft.com/office/drawing/2014/main" id="{F9687A62-F944-1D23-6502-495F1E8FD74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1118" y="5034915"/>
            <a:ext cx="1760881" cy="1823086"/>
          </a:xfrm>
          <a:prstGeom prst="rect">
            <a:avLst/>
          </a:prstGeom>
        </p:spPr>
      </p:pic>
      <p:pic>
        <p:nvPicPr>
          <p:cNvPr id="13" name="Εικόνα 12" descr="Εικόνα που περιέχει κείμενο, γραμματοσειρά, στιγμιότυπο οθόνης, σχεδίαση&#10;&#10;Περιγραφή που δημιουργήθηκε αυτόματα">
            <a:extLst>
              <a:ext uri="{FF2B5EF4-FFF2-40B4-BE49-F238E27FC236}">
                <a16:creationId xmlns:a16="http://schemas.microsoft.com/office/drawing/2014/main" id="{984B005D-6C0B-F39E-5892-38BE66BB24F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5514" y="0"/>
            <a:ext cx="2906486" cy="5042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9451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3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9C07D052-742C-4CD1-0E14-E3EA94F02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Be more friendly and open </a:t>
            </a:r>
            <a:endParaRPr lang="el-GR" dirty="0">
              <a:solidFill>
                <a:schemeClr val="bg1"/>
              </a:solidFill>
            </a:endParaRPr>
          </a:p>
        </p:txBody>
      </p:sp>
      <p:pic>
        <p:nvPicPr>
          <p:cNvPr id="5" name="Εικόνα 4" descr="Εικόνα που περιέχει κείμενο, ανθρώπινο πρόσωπο, ρουχισμός, άτομο&#10;&#10;Περιγραφή που δημιουργήθηκε αυτόματα">
            <a:extLst>
              <a:ext uri="{FF2B5EF4-FFF2-40B4-BE49-F238E27FC236}">
                <a16:creationId xmlns:a16="http://schemas.microsoft.com/office/drawing/2014/main" id="{D84B8947-7ED9-74E9-5033-2F74CF5C99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1249" y="0"/>
            <a:ext cx="2690751" cy="4504083"/>
          </a:xfrm>
          <a:prstGeom prst="rect">
            <a:avLst/>
          </a:prstGeom>
        </p:spPr>
      </p:pic>
      <p:pic>
        <p:nvPicPr>
          <p:cNvPr id="7" name="Εικόνα 6" descr="Εικόνα που περιέχει παπούτσια, λουλούδι, ζωγραφική, ζωγραφιά&#10;&#10;Περιγραφή που δημιουργήθηκε αυτόματα">
            <a:extLst>
              <a:ext uri="{FF2B5EF4-FFF2-40B4-BE49-F238E27FC236}">
                <a16:creationId xmlns:a16="http://schemas.microsoft.com/office/drawing/2014/main" id="{55FCFD2C-7A05-70BC-06B1-20D5ECF7CE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8771" y="4169229"/>
            <a:ext cx="2688771" cy="2688771"/>
          </a:xfrm>
          <a:prstGeom prst="rect">
            <a:avLst/>
          </a:prstGeom>
        </p:spPr>
      </p:pic>
      <p:pic>
        <p:nvPicPr>
          <p:cNvPr id="9" name="Εικόνα 8" descr="Εικόνα που περιέχει κείμενο, αγάπη&#10;&#10;Περιγραφή που δημιουργήθηκε αυτόματα">
            <a:extLst>
              <a:ext uri="{FF2B5EF4-FFF2-40B4-BE49-F238E27FC236}">
                <a16:creationId xmlns:a16="http://schemas.microsoft.com/office/drawing/2014/main" id="{9059D701-E944-6946-D441-B106F13647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79587"/>
            <a:ext cx="2688771" cy="4778413"/>
          </a:xfrm>
          <a:prstGeom prst="rect">
            <a:avLst/>
          </a:prstGeom>
        </p:spPr>
      </p:pic>
      <p:pic>
        <p:nvPicPr>
          <p:cNvPr id="11" name="Εικόνα 10" descr="Εικόνα που περιέχει κείμενο, στιγμιότυπο οθόνης, γραμματοσειρά, άλγεβρα&#10;&#10;Περιγραφή που δημιουργήθηκε αυτόματα">
            <a:extLst>
              <a:ext uri="{FF2B5EF4-FFF2-40B4-BE49-F238E27FC236}">
                <a16:creationId xmlns:a16="http://schemas.microsoft.com/office/drawing/2014/main" id="{231A5E81-0452-AE63-8D3C-314AD3CB78E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4781" y="2688771"/>
            <a:ext cx="4169229" cy="416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0132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3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EE2F0749-D67C-AE73-0379-13C249D68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Be less judgy </a:t>
            </a:r>
            <a:endParaRPr lang="el-GR" dirty="0">
              <a:solidFill>
                <a:schemeClr val="bg1"/>
              </a:solidFill>
            </a:endParaRPr>
          </a:p>
        </p:txBody>
      </p:sp>
      <p:pic>
        <p:nvPicPr>
          <p:cNvPr id="5" name="Εικόνα 4" descr="Εικόνα που περιέχει ζωγραφιά, σκίτσο/σχέδιο, τέχνη, εικονογράφηση&#10;&#10;Περιγραφή που δημιουργήθηκε αυτόματα">
            <a:extLst>
              <a:ext uri="{FF2B5EF4-FFF2-40B4-BE49-F238E27FC236}">
                <a16:creationId xmlns:a16="http://schemas.microsoft.com/office/drawing/2014/main" id="{5C05F111-67F5-6B7F-B210-BFCEAF130F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7314" y="2439968"/>
            <a:ext cx="2917371" cy="3710896"/>
          </a:xfrm>
          <a:prstGeom prst="rect">
            <a:avLst/>
          </a:prstGeom>
        </p:spPr>
      </p:pic>
      <p:pic>
        <p:nvPicPr>
          <p:cNvPr id="4" name="Εικόνα 3" descr="Εικόνα που περιέχει κείμενο, γραμματοσειρά, στιγμιότυπο οθόνης, πινακίδα/σήμα&#10;&#10;Περιγραφή που δημιουργήθηκε αυτόματα">
            <a:extLst>
              <a:ext uri="{FF2B5EF4-FFF2-40B4-BE49-F238E27FC236}">
                <a16:creationId xmlns:a16="http://schemas.microsoft.com/office/drawing/2014/main" id="{E9ADF90E-86BD-AC75-D0FC-A3439BA211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8069" y="0"/>
            <a:ext cx="2473931" cy="371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922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3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36957CB2-77BF-EDD7-F0A1-D782DE14E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8223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sz="3200" dirty="0">
                <a:solidFill>
                  <a:schemeClr val="bg1"/>
                </a:solidFill>
              </a:rPr>
              <a:t>Start writing music again </a:t>
            </a:r>
            <a:endParaRPr lang="el-GR" sz="3200" dirty="0">
              <a:solidFill>
                <a:schemeClr val="bg1"/>
              </a:solidFill>
            </a:endParaRPr>
          </a:p>
        </p:txBody>
      </p:sp>
      <p:pic>
        <p:nvPicPr>
          <p:cNvPr id="5" name="Εικόνα 4" descr="Εικόνα που περιέχει κείμενο, γκάτζετ, καλώδιο, κινητό τηλέφωνο&#10;&#10;Περιγραφή που δημιουργήθηκε αυτόματα">
            <a:extLst>
              <a:ext uri="{FF2B5EF4-FFF2-40B4-BE49-F238E27FC236}">
                <a16:creationId xmlns:a16="http://schemas.microsoft.com/office/drawing/2014/main" id="{864A5B52-4EE5-CCCC-C180-B25BCE6C95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275"/>
            <a:ext cx="3860641" cy="6866275"/>
          </a:xfrm>
          <a:prstGeom prst="rect">
            <a:avLst/>
          </a:prstGeom>
        </p:spPr>
      </p:pic>
      <p:pic>
        <p:nvPicPr>
          <p:cNvPr id="7" name="Εικόνα 6" descr="Εικόνα που περιέχει κείμενο, βιβλίο, μουσική, συλλογή&#10;&#10;Περιγραφή που δημιουργήθηκε αυτόματα">
            <a:extLst>
              <a:ext uri="{FF2B5EF4-FFF2-40B4-BE49-F238E27FC236}">
                <a16:creationId xmlns:a16="http://schemas.microsoft.com/office/drawing/2014/main" id="{3153BA59-8D7F-AF7E-B9D5-6ED6ACC009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9756" y="0"/>
            <a:ext cx="3860641" cy="6858000"/>
          </a:xfrm>
          <a:prstGeom prst="rect">
            <a:avLst/>
          </a:prstGeom>
        </p:spPr>
      </p:pic>
      <p:pic>
        <p:nvPicPr>
          <p:cNvPr id="9" name="Εικόνα 8" descr="Εικόνα που περιέχει κείμενο, αριθμός, γραμματοσειρά, ορθογώνιο παραλληλόγραμμο&#10;&#10;Περιγραφή που δημιουργήθηκε αυτόματα">
            <a:extLst>
              <a:ext uri="{FF2B5EF4-FFF2-40B4-BE49-F238E27FC236}">
                <a16:creationId xmlns:a16="http://schemas.microsoft.com/office/drawing/2014/main" id="{03162039-3992-835E-EDEB-4C61136BEA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7382" y="2735730"/>
            <a:ext cx="3257235" cy="3204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0259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3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9AB0DCB3-9FE1-5694-87EB-01C1AB719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TO DO</a:t>
            </a:r>
            <a:endParaRPr lang="el-GR" dirty="0">
              <a:solidFill>
                <a:schemeClr val="bg1"/>
              </a:solidFill>
            </a:endParaRP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DED88C1F-F3C0-3F39-B9A0-1DC437F073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559629" cy="623661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Christmas cookies</a:t>
            </a:r>
            <a:endParaRPr lang="el-GR" dirty="0">
              <a:solidFill>
                <a:schemeClr val="bg1"/>
              </a:solidFill>
            </a:endParaRPr>
          </a:p>
        </p:txBody>
      </p:sp>
      <p:pic>
        <p:nvPicPr>
          <p:cNvPr id="5" name="Εικόνα 4" descr="Εικόνα που περιέχει Χριστούγεννα, επιδόρπιο, χριστουγεννιάτικο δέντρο, γλυκύτητα&#10;&#10;Περιγραφή που δημιουργήθηκε αυτόματα">
            <a:extLst>
              <a:ext uri="{FF2B5EF4-FFF2-40B4-BE49-F238E27FC236}">
                <a16:creationId xmlns:a16="http://schemas.microsoft.com/office/drawing/2014/main" id="{63418AAA-0039-2549-E1DE-E8A3072B5B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210" y="2644763"/>
            <a:ext cx="3163475" cy="35895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C46599-BA20-8E96-457F-3AF762D78239}"/>
              </a:ext>
            </a:extLst>
          </p:cNvPr>
          <p:cNvSpPr txBox="1"/>
          <p:nvPr/>
        </p:nvSpPr>
        <p:spPr>
          <a:xfrm>
            <a:off x="4751613" y="1800679"/>
            <a:ext cx="26887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Paint canvas</a:t>
            </a:r>
            <a:endParaRPr lang="el-GR" sz="2800" dirty="0">
              <a:solidFill>
                <a:schemeClr val="bg1"/>
              </a:solidFill>
            </a:endParaRPr>
          </a:p>
        </p:txBody>
      </p:sp>
      <p:pic>
        <p:nvPicPr>
          <p:cNvPr id="8" name="Εικόνα 7" descr="Εικόνα που περιέχει άτομο, γυναίκα, ρουχισμός, κορίτσι&#10;&#10;Περιγραφή που δημιουργήθηκε αυτόματα">
            <a:extLst>
              <a:ext uri="{FF2B5EF4-FFF2-40B4-BE49-F238E27FC236}">
                <a16:creationId xmlns:a16="http://schemas.microsoft.com/office/drawing/2014/main" id="{72361792-5663-5DB8-37C3-A189F73EFC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4758" y="2725050"/>
            <a:ext cx="2572624" cy="3429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A28EB77-9ED0-645A-6E74-69517B9DDEA1}"/>
              </a:ext>
            </a:extLst>
          </p:cNvPr>
          <p:cNvSpPr txBox="1"/>
          <p:nvPr/>
        </p:nvSpPr>
        <p:spPr>
          <a:xfrm>
            <a:off x="8294913" y="1800679"/>
            <a:ext cx="36140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Snack theme party </a:t>
            </a:r>
            <a:endParaRPr lang="el-GR" sz="2800" dirty="0">
              <a:solidFill>
                <a:schemeClr val="bg1"/>
              </a:solidFill>
            </a:endParaRPr>
          </a:p>
        </p:txBody>
      </p:sp>
      <p:pic>
        <p:nvPicPr>
          <p:cNvPr id="7" name="Εικόνα 6" descr="Εικόνα που περιέχει φαγητό, ζαχαρώδη, σνακ, καραμέλες&#10;&#10;Περιγραφή που δημιουργήθηκε αυτόματα">
            <a:extLst>
              <a:ext uri="{FF2B5EF4-FFF2-40B4-BE49-F238E27FC236}">
                <a16:creationId xmlns:a16="http://schemas.microsoft.com/office/drawing/2014/main" id="{EB418C44-84E2-E4AB-AD23-5C51E1A58D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6456" y="2594422"/>
            <a:ext cx="2970970" cy="3690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6105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Θέμα του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Θέμα του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Θέμα του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599</TotalTime>
  <Words>54</Words>
  <Application>Microsoft Office PowerPoint</Application>
  <PresentationFormat>Ευρεία οθόνη</PresentationFormat>
  <Paragraphs>16</Paragraphs>
  <Slides>10</Slides>
  <Notes>0</Notes>
  <HiddenSlides>0</HiddenSlides>
  <MMClips>0</MMClips>
  <ScaleCrop>false</ScaleCrop>
  <HeadingPairs>
    <vt:vector size="6" baseType="variant">
      <vt:variant>
        <vt:lpstr>Γραμματοσειρές που χρησιμοποιούνται</vt:lpstr>
      </vt:variant>
      <vt:variant>
        <vt:i4>4</vt:i4>
      </vt:variant>
      <vt:variant>
        <vt:lpstr>Θέμα</vt:lpstr>
      </vt:variant>
      <vt:variant>
        <vt:i4>1</vt:i4>
      </vt:variant>
      <vt:variant>
        <vt:lpstr>Τίτλοι διαφανειών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Wingdings</vt:lpstr>
      <vt:lpstr>Office Theme</vt:lpstr>
      <vt:lpstr>Goals for 2025</vt:lpstr>
      <vt:lpstr>New wardrobe</vt:lpstr>
      <vt:lpstr>Traveling to new destinations</vt:lpstr>
      <vt:lpstr>More exercise</vt:lpstr>
      <vt:lpstr>More studying </vt:lpstr>
      <vt:lpstr>Work on my self </vt:lpstr>
      <vt:lpstr>Be more friendly and open </vt:lpstr>
      <vt:lpstr>Be less judgy </vt:lpstr>
      <vt:lpstr>Start writing music again </vt:lpstr>
      <vt:lpstr>TO DO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EIRINI KYRKA</dc:creator>
  <cp:lastModifiedBy>EIRINI KYRKA</cp:lastModifiedBy>
  <cp:revision>8</cp:revision>
  <dcterms:created xsi:type="dcterms:W3CDTF">2024-12-14T18:23:25Z</dcterms:created>
  <dcterms:modified xsi:type="dcterms:W3CDTF">2024-12-16T01:13:08Z</dcterms:modified>
</cp:coreProperties>
</file>