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8A8AB0A-D657-FF9A-CE61-4B20C033F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4EE44B16-41E7-CC44-0001-188417E5F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CE238E5-1B5F-9367-2C16-053D4963D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3AC699F-F5B1-F859-A226-1964701B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5F9DBCE-ACF4-4489-A10C-90B00CDC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8942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8DA374A-E327-BBBF-EC0D-A003F89F8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9EC9E6B-6BB4-027F-D284-6BBBAA40B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F34BAAC-FDD7-31B4-AACA-E11CB555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D80133-E046-6A2F-0BAF-32A61C36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7AB4F46-619E-B71C-D030-D999ED03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5188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EF73299-54A4-F25C-CD2F-17FDBC6D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B9A66DCF-1FB2-7FC3-EEC3-581B4D38C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DBEBB49-C3B8-563E-4CB0-B37C0CDA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7D6B0E7-C3DD-D29E-0DC6-4A890312F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6DB04CB-D866-A1F0-AA04-3A86E07A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6220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230B20B-722C-BFE3-62F1-781D0860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6C28DF1-43B6-6019-1822-3485F3336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24289DD-B8AB-1F3E-AE03-9DCD53E07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32ED5F7-3944-5052-5F83-53D5BF65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E449490-C367-FBD3-6EC1-5FC41172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463EF20E-C9F1-3F25-E294-57806BE2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7601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38F98BF-E4C0-9AC1-8EF6-86501A0C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C5DF1E68-9AEB-71F1-0B2C-6A06CC57D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0876884F-4C8E-F645-E80B-839723DA6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C7B8623E-FE25-6786-5E0A-74D96F07F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5E022E3-EE67-2410-F106-5A0F5346D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E96DEBC5-B4B4-3110-B5BE-04876130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838C37BA-4D38-252D-3C3D-D949BE4A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03D867EF-94F8-C06B-38D5-1924FA86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144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49A5834-7D34-3517-AB05-F73A72028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6CD116BC-2E10-D3AE-0318-829975FAF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7AC27248-140D-6291-63A6-9B1AA89D4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2F89CC8-0D01-59E0-38E1-84DAD598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4739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DC7C4CF9-92D0-3AE0-7CD0-681D1E0B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C675B56-6951-CE17-FC9C-EFE2B7634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18A5B2B-8794-BBA3-AACA-0EC4486A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51662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42A495B-0880-CD5C-7ED5-859E3249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11D911E-FD6E-8955-5618-73E5BC6C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F9EA252-2E10-CBAD-D197-084EE418D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230CE319-535F-4268-59FE-5E2F9BA8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A3D43AD7-F984-3B02-DCC1-925E4728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4F59BFB0-4D21-9768-ACEF-2877A86B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25502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BD2C1EF-D247-BD4E-CAA0-52F30AF8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A7E7C594-727C-623D-D2EA-74D7B65DB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EECCB2E5-1DC2-2BFD-DC7E-F2B4C383A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1EB2FBB5-D921-CA19-6408-E12CC92A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DF007C75-AABC-C557-6247-99FE8CF5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0C3A1FE0-CC57-0165-95E5-11433059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92842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EC05574-35C6-7721-9894-DE3307E2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2BEEBD60-CE25-7DCB-D510-CB9D0438F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618F5D6-E35E-C0EE-B658-44A8EEC37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8C5556F-EA36-EB12-8228-CBBD4EA6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A2F4144-47D4-2E6D-C05C-A24C655E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8364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12756A-C801-AE0C-C00B-318463461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7536DD8F-1198-497E-D802-D6B8B86AF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05A3C18-DF56-2A99-7FFB-BAC24964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1B5CCA-E8C8-022E-5B82-6DB3ABAA2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75A1B70-4619-C58A-19A7-84EFBB2F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5317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AECF45FA-6176-8ACF-7D30-28CCF1AEC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D340A16-9D16-C538-9AF7-46EAE892B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7D3F9D5-1A4E-9311-F23D-8BA15F18A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5D53B-84C2-46F9-913E-9C9E03351370}" type="datetimeFigureOut">
              <a:rPr lang="el-GR" smtClean="0"/>
              <a:t>29/1/2025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89F11B3-085E-DB6A-64D5-36C56CD2D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12EA051-C637-150C-9FF8-970D6085B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79E88-A25D-4EA3-B881-D3ADEF3B04D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6502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10" Type="http://schemas.openxmlformats.org/officeDocument/2006/relationships/image" Target="../media/image9.jpg"/><Relationship Id="rId19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Εικόνα 10" descr="Εικόνα που περιέχει γραμματοσειρά, κείμενο, γραφικά, στιγμιότυπο οθόνης&#10;&#10;Περιγραφή που δημιουργήθηκε αυτόματα">
            <a:extLst>
              <a:ext uri="{FF2B5EF4-FFF2-40B4-BE49-F238E27FC236}">
                <a16:creationId xmlns:a16="http://schemas.microsoft.com/office/drawing/2014/main" id="{3A0EEB47-233C-78ED-FDBF-3CAEDB874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047" y="5409998"/>
            <a:ext cx="3600953" cy="1448002"/>
          </a:xfrm>
          <a:prstGeom prst="rect">
            <a:avLst/>
          </a:prstGeom>
        </p:spPr>
      </p:pic>
      <p:pic>
        <p:nvPicPr>
          <p:cNvPr id="13" name="Εικόνα 12" descr="Εικόνα που περιέχει κείμενο, γραμματοσειρά, στιγμιότυπο οθόνης, γραφικά&#10;&#10;Περιγραφή που δημιουργήθηκε αυτόματα">
            <a:extLst>
              <a:ext uri="{FF2B5EF4-FFF2-40B4-BE49-F238E27FC236}">
                <a16:creationId xmlns:a16="http://schemas.microsoft.com/office/drawing/2014/main" id="{F1E0BD6E-33E6-E586-637A-9A3D66052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513" y="2253874"/>
            <a:ext cx="2740974" cy="2350252"/>
          </a:xfrm>
          <a:prstGeom prst="rect">
            <a:avLst/>
          </a:prstGeom>
        </p:spPr>
      </p:pic>
      <p:pic>
        <p:nvPicPr>
          <p:cNvPr id="15" name="Εικόνα 14" descr="Εικόνα που περιέχει σύννεφο, εξωτερικός χώρος/ύπαιθρος, φύση, νερό&#10;&#10;Περιγραφή που δημιουργήθηκε αυτόματα">
            <a:extLst>
              <a:ext uri="{FF2B5EF4-FFF2-40B4-BE49-F238E27FC236}">
                <a16:creationId xmlns:a16="http://schemas.microsoft.com/office/drawing/2014/main" id="{554021D0-5EF6-85F6-2661-BABD5DBB24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71058" cy="3706588"/>
          </a:xfrm>
          <a:prstGeom prst="rect">
            <a:avLst/>
          </a:prstGeom>
        </p:spPr>
      </p:pic>
      <p:pic>
        <p:nvPicPr>
          <p:cNvPr id="17" name="Εικόνα 16" descr="Εικόνα που περιέχει ανθρώπινο πρόσωπο, ζωγραφική, τέχνη, καρτούν&#10;&#10;Περιγραφή που δημιουργήθηκε αυτόματα">
            <a:extLst>
              <a:ext uri="{FF2B5EF4-FFF2-40B4-BE49-F238E27FC236}">
                <a16:creationId xmlns:a16="http://schemas.microsoft.com/office/drawing/2014/main" id="{B5B158F7-FAF3-EC0E-C2D3-BFC72565CE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452358" y="-766671"/>
            <a:ext cx="1972971" cy="3506313"/>
          </a:xfrm>
          <a:prstGeom prst="rect">
            <a:avLst/>
          </a:prstGeom>
        </p:spPr>
      </p:pic>
      <p:pic>
        <p:nvPicPr>
          <p:cNvPr id="19" name="Εικόνα 18" descr="Εικόνα που περιέχει κείμενο, εφημερίδα, Δημοσίευση, χαρτί εφημερίδας&#10;&#10;Περιγραφή που δημιουργήθηκε αυτόματα">
            <a:extLst>
              <a:ext uri="{FF2B5EF4-FFF2-40B4-BE49-F238E27FC236}">
                <a16:creationId xmlns:a16="http://schemas.microsoft.com/office/drawing/2014/main" id="{0EF6A882-C69B-EAE9-9C3B-CC6D5529E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487" y="0"/>
            <a:ext cx="1482263" cy="2758267"/>
          </a:xfrm>
          <a:prstGeom prst="rect">
            <a:avLst/>
          </a:prstGeom>
        </p:spPr>
      </p:pic>
      <p:pic>
        <p:nvPicPr>
          <p:cNvPr id="21" name="Εικόνα 20" descr="Εικόνα που περιέχει ζωγραφιά, κείμενο, clipart, γραφικά&#10;&#10;Περιγραφή που δημιουργήθηκε αυτόματα">
            <a:extLst>
              <a:ext uri="{FF2B5EF4-FFF2-40B4-BE49-F238E27FC236}">
                <a16:creationId xmlns:a16="http://schemas.microsoft.com/office/drawing/2014/main" id="{A7DBB851-5076-EC36-79C0-4B6E3F1FAB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151" y="1972971"/>
            <a:ext cx="2748857" cy="3437027"/>
          </a:xfrm>
          <a:prstGeom prst="rect">
            <a:avLst/>
          </a:prstGeom>
        </p:spPr>
      </p:pic>
      <p:pic>
        <p:nvPicPr>
          <p:cNvPr id="23" name="Εικόνα 22" descr="Εικόνα που περιέχει κείμενο, εφημερίδα, γραμματοσειρά, Δημοσίευση&#10;&#10;Περιγραφή που δημιουργήθηκε αυτόματα">
            <a:extLst>
              <a:ext uri="{FF2B5EF4-FFF2-40B4-BE49-F238E27FC236}">
                <a16:creationId xmlns:a16="http://schemas.microsoft.com/office/drawing/2014/main" id="{CD93DF93-E2D1-4C0B-6C60-350E9B42A0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274" y="3420972"/>
            <a:ext cx="2291352" cy="3437027"/>
          </a:xfrm>
          <a:prstGeom prst="rect">
            <a:avLst/>
          </a:prstGeom>
        </p:spPr>
      </p:pic>
      <p:pic>
        <p:nvPicPr>
          <p:cNvPr id="25" name="Εικόνα 24" descr="Εικόνα που περιέχει κείμενο, εσωτερικός χώρος, γράμμα, βιβλίο&#10;&#10;Περιγραφή που δημιουργήθηκε αυτόματα">
            <a:extLst>
              <a:ext uri="{FF2B5EF4-FFF2-40B4-BE49-F238E27FC236}">
                <a16:creationId xmlns:a16="http://schemas.microsoft.com/office/drawing/2014/main" id="{5B42F701-9DFE-A701-FFD8-A0E91CE4FF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961" y="0"/>
            <a:ext cx="3118295" cy="2248567"/>
          </a:xfrm>
          <a:prstGeom prst="rect">
            <a:avLst/>
          </a:prstGeom>
        </p:spPr>
      </p:pic>
      <p:pic>
        <p:nvPicPr>
          <p:cNvPr id="29" name="Εικόνα 28" descr="Εικόνα που περιέχει κείμενο, άτομο, ρουχισμός, εσωτερικός χώρος&#10;&#10;Περιγραφή που δημιουργήθηκε αυτόματα">
            <a:extLst>
              <a:ext uri="{FF2B5EF4-FFF2-40B4-BE49-F238E27FC236}">
                <a16:creationId xmlns:a16="http://schemas.microsoft.com/office/drawing/2014/main" id="{DF96D1EF-1F12-A8B7-8A6F-D21F4C0E67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513" y="4562264"/>
            <a:ext cx="2125089" cy="2337598"/>
          </a:xfrm>
          <a:prstGeom prst="rect">
            <a:avLst/>
          </a:prstGeom>
        </p:spPr>
      </p:pic>
      <p:pic>
        <p:nvPicPr>
          <p:cNvPr id="33" name="Εικόνα 32" descr="Εικόνα που περιέχει καρτούν, Κινούμενα σχέδια, anime, Σχεδίαση κινουμένων σχεδίων&#10;&#10;Περιγραφή που δημιουργήθηκε αυτόματα">
            <a:extLst>
              <a:ext uri="{FF2B5EF4-FFF2-40B4-BE49-F238E27FC236}">
                <a16:creationId xmlns:a16="http://schemas.microsoft.com/office/drawing/2014/main" id="{3F3E0876-12BC-D3DB-5D53-1E0546A3DEF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" t="29327" r="-403"/>
          <a:stretch/>
        </p:blipFill>
        <p:spPr>
          <a:xfrm rot="16200000">
            <a:off x="239185" y="4724599"/>
            <a:ext cx="1946905" cy="2445273"/>
          </a:xfrm>
          <a:prstGeom prst="rect">
            <a:avLst/>
          </a:prstGeom>
        </p:spPr>
      </p:pic>
      <p:pic>
        <p:nvPicPr>
          <p:cNvPr id="35" name="Εικόνα 34" descr="Εικόνα που περιέχει κείμενο, γραμματοσειρά, γραφικά, λογότυπο&#10;&#10;Περιγραφή που δημιουργήθηκε αυτόματα">
            <a:extLst>
              <a:ext uri="{FF2B5EF4-FFF2-40B4-BE49-F238E27FC236}">
                <a16:creationId xmlns:a16="http://schemas.microsoft.com/office/drawing/2014/main" id="{033F3781-EF88-4BDF-22B2-BCEF2A80A4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43"/>
          <a:stretch/>
        </p:blipFill>
        <p:spPr>
          <a:xfrm>
            <a:off x="-22892" y="3734977"/>
            <a:ext cx="2471058" cy="1238806"/>
          </a:xfrm>
          <a:prstGeom prst="rect">
            <a:avLst/>
          </a:prstGeom>
        </p:spPr>
      </p:pic>
      <p:pic>
        <p:nvPicPr>
          <p:cNvPr id="39" name="Εικόνα 38" descr="Εικόνα που περιέχει κείμενο, στιγμιότυπο οθόνης, γραμματοσειρά&#10;&#10;Περιγραφή που δημιουργήθηκε αυτόματα">
            <a:extLst>
              <a:ext uri="{FF2B5EF4-FFF2-40B4-BE49-F238E27FC236}">
                <a16:creationId xmlns:a16="http://schemas.microsoft.com/office/drawing/2014/main" id="{AE49D8CA-E9EC-C6B8-B5E5-C47C9D57C4C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166" y="2227285"/>
            <a:ext cx="1213320" cy="1214969"/>
          </a:xfrm>
          <a:prstGeom prst="rect">
            <a:avLst/>
          </a:prstGeom>
        </p:spPr>
      </p:pic>
      <p:pic>
        <p:nvPicPr>
          <p:cNvPr id="41" name="Εικόνα 40" descr="Εικόνα που περιέχει κείμενο, στιγμιότυπο οθόνης, γραμματοσειρά, σχεδίαση&#10;&#10;Περιγραφή που δημιουργήθηκε αυτόματα">
            <a:extLst>
              <a:ext uri="{FF2B5EF4-FFF2-40B4-BE49-F238E27FC236}">
                <a16:creationId xmlns:a16="http://schemas.microsoft.com/office/drawing/2014/main" id="{2B215FBA-E0B5-4D33-C38F-CB778955BD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602" y="5409998"/>
            <a:ext cx="1755583" cy="1490814"/>
          </a:xfrm>
          <a:prstGeom prst="rect">
            <a:avLst/>
          </a:prstGeom>
        </p:spPr>
      </p:pic>
      <p:pic>
        <p:nvPicPr>
          <p:cNvPr id="43" name="Εικόνα 42" descr="Εικόνα που περιέχει ανθρώπινο πρόσωπο, ρουχισμός, άτομο, τοίχος&#10;&#10;Περιγραφή που δημιουργήθηκε αυτόματα">
            <a:extLst>
              <a:ext uri="{FF2B5EF4-FFF2-40B4-BE49-F238E27FC236}">
                <a16:creationId xmlns:a16="http://schemas.microsoft.com/office/drawing/2014/main" id="{25996582-A7C3-6665-597C-71E422E9288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895" y="2245805"/>
            <a:ext cx="1204634" cy="1204634"/>
          </a:xfrm>
          <a:prstGeom prst="rect">
            <a:avLst/>
          </a:prstGeom>
        </p:spPr>
      </p:pic>
      <p:pic>
        <p:nvPicPr>
          <p:cNvPr id="45" name="Εικόνα 44" descr="Εικόνα που περιέχει κείμενο, γραμματοσειρά, λευκό, γραφικά&#10;&#10;Περιγραφή που δημιουργήθηκε αυτόματα">
            <a:extLst>
              <a:ext uri="{FF2B5EF4-FFF2-40B4-BE49-F238E27FC236}">
                <a16:creationId xmlns:a16="http://schemas.microsoft.com/office/drawing/2014/main" id="{B78DE8B9-818B-38FF-DD73-E52FA3375AB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046" y="1959103"/>
            <a:ext cx="2015105" cy="547047"/>
          </a:xfrm>
          <a:prstGeom prst="rect">
            <a:avLst/>
          </a:prstGeom>
        </p:spPr>
      </p:pic>
      <p:pic>
        <p:nvPicPr>
          <p:cNvPr id="51" name="Εικόνα 50" descr="Εικόνα που περιέχει Βιβλιοθήκη, έπιπλα, εσωτερικός χώρος, τοποθέτηση ραφιών&#10;&#10;Περιγραφή που δημιουργήθηκε αυτόματα">
            <a:extLst>
              <a:ext uri="{FF2B5EF4-FFF2-40B4-BE49-F238E27FC236}">
                <a16:creationId xmlns:a16="http://schemas.microsoft.com/office/drawing/2014/main" id="{AA23C769-67E6-3C46-491F-81B02BA4DF2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046" y="2452828"/>
            <a:ext cx="1998598" cy="2978576"/>
          </a:xfrm>
          <a:prstGeom prst="rect">
            <a:avLst/>
          </a:prstGeom>
        </p:spPr>
      </p:pic>
      <p:pic>
        <p:nvPicPr>
          <p:cNvPr id="53" name="Εικόνα 52" descr="Εικόνα που περιέχει κείμενο, γραμματοσειρά, στιγμιότυπο οθόνης, γραφικά&#10;&#10;Περιγραφή που δημιουργήθηκε αυτόματα">
            <a:extLst>
              <a:ext uri="{FF2B5EF4-FFF2-40B4-BE49-F238E27FC236}">
                <a16:creationId xmlns:a16="http://schemas.microsoft.com/office/drawing/2014/main" id="{2D70D862-BF12-F5DA-D0E4-338B0CCFDD5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666" y="-950"/>
            <a:ext cx="1961409" cy="1601150"/>
          </a:xfrm>
          <a:prstGeom prst="rect">
            <a:avLst/>
          </a:prstGeom>
        </p:spPr>
      </p:pic>
      <p:pic>
        <p:nvPicPr>
          <p:cNvPr id="55" name="Εικόνα 54" descr="Εικόνα που περιέχει κείμενο, πινακίδα/σήμα, σήμανση, γραμματοσειρά&#10;&#10;Περιγραφή που δημιουργήθηκε αυτόματα">
            <a:extLst>
              <a:ext uri="{FF2B5EF4-FFF2-40B4-BE49-F238E27FC236}">
                <a16:creationId xmlns:a16="http://schemas.microsoft.com/office/drawing/2014/main" id="{B8535E03-E1E6-80DF-3253-88DD1C3E61A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347" y="1574865"/>
            <a:ext cx="1952728" cy="678060"/>
          </a:xfrm>
          <a:prstGeom prst="rect">
            <a:avLst/>
          </a:prstGeom>
        </p:spPr>
      </p:pic>
      <p:pic>
        <p:nvPicPr>
          <p:cNvPr id="57" name="Εικόνα 56" descr="Εικόνα που περιέχει στιγμιότυπο οθόνης&#10;&#10;Περιγραφή που δημιουργήθηκε αυτόματα">
            <a:extLst>
              <a:ext uri="{FF2B5EF4-FFF2-40B4-BE49-F238E27FC236}">
                <a16:creationId xmlns:a16="http://schemas.microsoft.com/office/drawing/2014/main" id="{4DCED00C-AF4C-83F1-AAD1-5277F7F1256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90"/>
          <a:stretch/>
        </p:blipFill>
        <p:spPr>
          <a:xfrm>
            <a:off x="6809208" y="4604744"/>
            <a:ext cx="656168" cy="82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33395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Ευρεία οθόνη</PresentationFormat>
  <Paragraphs>0</Paragraphs>
  <Slides>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Θέμα του Office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EIRINI KYRKA</dc:creator>
  <cp:lastModifiedBy>EIRINI KYRKA</cp:lastModifiedBy>
  <cp:revision>2</cp:revision>
  <dcterms:created xsi:type="dcterms:W3CDTF">2025-01-29T20:10:28Z</dcterms:created>
  <dcterms:modified xsi:type="dcterms:W3CDTF">2025-01-29T20:51:15Z</dcterms:modified>
</cp:coreProperties>
</file>